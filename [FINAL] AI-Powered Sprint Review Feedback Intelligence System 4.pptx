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4"/>
    <p:sldMasterId id="2147483931" r:id="rId5"/>
  </p:sldMasterIdLst>
  <p:notesMasterIdLst>
    <p:notesMasterId r:id="rId13"/>
  </p:notesMasterIdLst>
  <p:handoutMasterIdLst>
    <p:handoutMasterId r:id="rId14"/>
  </p:handoutMasterIdLst>
  <p:sldIdLst>
    <p:sldId id="2142532367" r:id="rId6"/>
    <p:sldId id="2142532366" r:id="rId7"/>
    <p:sldId id="2142532364" r:id="rId8"/>
    <p:sldId id="2142532363" r:id="rId9"/>
    <p:sldId id="2142532365" r:id="rId10"/>
    <p:sldId id="2142532368" r:id="rId11"/>
    <p:sldId id="32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9EC748-616A-4317-83B6-1FA1EB7C320C}">
          <p14:sldIdLst>
            <p14:sldId id="2142532367"/>
            <p14:sldId id="2142532366"/>
            <p14:sldId id="2142532364"/>
            <p14:sldId id="2142532363"/>
            <p14:sldId id="2142532365"/>
            <p14:sldId id="2142532368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2" pos="386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BCCB"/>
    <a:srgbClr val="F15D45"/>
    <a:srgbClr val="222222"/>
    <a:srgbClr val="ABDBDD"/>
    <a:srgbClr val="0066B1"/>
    <a:srgbClr val="F58041"/>
    <a:srgbClr val="0091AC"/>
    <a:srgbClr val="10303E"/>
    <a:srgbClr val="76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527EF-8BAF-FCB6-0109-B1098BBBA528}" v="196" dt="2026-01-21T19:40:29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pos="386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veedula Bharath Chandra" userId="S::thiruveedulabharath_chandra@epam.com::c5a69db0-7419-4c43-934f-6227f4bddb57" providerId="AD" clId="Web-{EDD527EF-8BAF-FCB6-0109-B1098BBBA528}"/>
    <pc:docChg chg="addSld modSld sldOrd modSection">
      <pc:chgData name="Thiruveedula Bharath Chandra" userId="S::thiruveedulabharath_chandra@epam.com::c5a69db0-7419-4c43-934f-6227f4bddb57" providerId="AD" clId="Web-{EDD527EF-8BAF-FCB6-0109-B1098BBBA528}" dt="2026-01-21T19:40:24.695" v="155" actId="20577"/>
      <pc:docMkLst>
        <pc:docMk/>
      </pc:docMkLst>
      <pc:sldChg chg="delSp modSp">
        <pc:chgData name="Thiruveedula Bharath Chandra" userId="S::thiruveedulabharath_chandra@epam.com::c5a69db0-7419-4c43-934f-6227f4bddb57" providerId="AD" clId="Web-{EDD527EF-8BAF-FCB6-0109-B1098BBBA528}" dt="2026-01-21T08:41:10.565" v="139" actId="20577"/>
        <pc:sldMkLst>
          <pc:docMk/>
          <pc:sldMk cId="2210789429" sldId="2142532363"/>
        </pc:sldMkLst>
        <pc:spChg chg="del mod">
          <ac:chgData name="Thiruveedula Bharath Chandra" userId="S::thiruveedulabharath_chandra@epam.com::c5a69db0-7419-4c43-934f-6227f4bddb57" providerId="AD" clId="Web-{EDD527EF-8BAF-FCB6-0109-B1098BBBA528}" dt="2026-01-21T08:24:42.214" v="113"/>
          <ac:spMkLst>
            <pc:docMk/>
            <pc:sldMk cId="2210789429" sldId="2142532363"/>
            <ac:spMk id="4" creationId="{F4C507A7-0692-1338-AFEF-96421392C287}"/>
          </ac:spMkLst>
        </pc:spChg>
        <pc:spChg chg="mod">
          <ac:chgData name="Thiruveedula Bharath Chandra" userId="S::thiruveedulabharath_chandra@epam.com::c5a69db0-7419-4c43-934f-6227f4bddb57" providerId="AD" clId="Web-{EDD527EF-8BAF-FCB6-0109-B1098BBBA528}" dt="2026-01-21T08:41:10.565" v="139" actId="20577"/>
          <ac:spMkLst>
            <pc:docMk/>
            <pc:sldMk cId="2210789429" sldId="2142532363"/>
            <ac:spMk id="7" creationId="{CDF3750F-72D2-3E8D-50E3-392A3E416F9B}"/>
          </ac:spMkLst>
        </pc:spChg>
      </pc:sldChg>
      <pc:sldChg chg="modSp">
        <pc:chgData name="Thiruveedula Bharath Chandra" userId="S::thiruveedulabharath_chandra@epam.com::c5a69db0-7419-4c43-934f-6227f4bddb57" providerId="AD" clId="Web-{EDD527EF-8BAF-FCB6-0109-B1098BBBA528}" dt="2026-01-21T19:40:24.695" v="155" actId="20577"/>
        <pc:sldMkLst>
          <pc:docMk/>
          <pc:sldMk cId="1515945942" sldId="2142532364"/>
        </pc:sldMkLst>
        <pc:spChg chg="mod">
          <ac:chgData name="Thiruveedula Bharath Chandra" userId="S::thiruveedulabharath_chandra@epam.com::c5a69db0-7419-4c43-934f-6227f4bddb57" providerId="AD" clId="Web-{EDD527EF-8BAF-FCB6-0109-B1098BBBA528}" dt="2026-01-21T19:40:24.695" v="155" actId="20577"/>
          <ac:spMkLst>
            <pc:docMk/>
            <pc:sldMk cId="1515945942" sldId="2142532364"/>
            <ac:spMk id="3" creationId="{4AD4A5BD-F41D-81CA-FA66-D55CED31F550}"/>
          </ac:spMkLst>
        </pc:spChg>
      </pc:sldChg>
      <pc:sldChg chg="modSp">
        <pc:chgData name="Thiruveedula Bharath Chandra" userId="S::thiruveedulabharath_chandra@epam.com::c5a69db0-7419-4c43-934f-6227f4bddb57" providerId="AD" clId="Web-{EDD527EF-8BAF-FCB6-0109-B1098BBBA528}" dt="2026-01-21T08:47:52.071" v="142" actId="20577"/>
        <pc:sldMkLst>
          <pc:docMk/>
          <pc:sldMk cId="2813729494" sldId="2142532365"/>
        </pc:sldMkLst>
        <pc:spChg chg="mod">
          <ac:chgData name="Thiruveedula Bharath Chandra" userId="S::thiruveedulabharath_chandra@epam.com::c5a69db0-7419-4c43-934f-6227f4bddb57" providerId="AD" clId="Web-{EDD527EF-8BAF-FCB6-0109-B1098BBBA528}" dt="2026-01-21T08:47:52.071" v="142" actId="20577"/>
          <ac:spMkLst>
            <pc:docMk/>
            <pc:sldMk cId="2813729494" sldId="2142532365"/>
            <ac:spMk id="7" creationId="{B4FB9E39-5B0F-1B60-B6FB-9AD26A364725}"/>
          </ac:spMkLst>
        </pc:spChg>
      </pc:sldChg>
      <pc:sldChg chg="addSp delSp modSp new mod ord modClrScheme chgLayout">
        <pc:chgData name="Thiruveedula Bharath Chandra" userId="S::thiruveedulabharath_chandra@epam.com::c5a69db0-7419-4c43-934f-6227f4bddb57" providerId="AD" clId="Web-{EDD527EF-8BAF-FCB6-0109-B1098BBBA528}" dt="2026-01-21T07:25:10.479" v="72"/>
        <pc:sldMkLst>
          <pc:docMk/>
          <pc:sldMk cId="1006254980" sldId="2142532366"/>
        </pc:sldMkLst>
        <pc:spChg chg="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2" creationId="{9C81AD61-40B2-7ED7-F467-E56A7D6AFDB8}"/>
          </ac:spMkLst>
        </pc:spChg>
        <pc:spChg chg="del mod ord">
          <ac:chgData name="Thiruveedula Bharath Chandra" userId="S::thiruveedulabharath_chandra@epam.com::c5a69db0-7419-4c43-934f-6227f4bddb57" providerId="AD" clId="Web-{EDD527EF-8BAF-FCB6-0109-B1098BBBA528}" dt="2026-01-21T07:18:17.828" v="27"/>
          <ac:spMkLst>
            <pc:docMk/>
            <pc:sldMk cId="1006254980" sldId="2142532366"/>
            <ac:spMk id="3" creationId="{90DD7DBC-C20E-46DF-5BFB-72F55299DF3E}"/>
          </ac:spMkLst>
        </pc:spChg>
        <pc:spChg chg="add del mod or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4" creationId="{9D6F3227-05B8-B63C-0FE2-DB95FB4D0713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18:11.859" v="26"/>
          <ac:spMkLst>
            <pc:docMk/>
            <pc:sldMk cId="1006254980" sldId="2142532366"/>
            <ac:spMk id="5" creationId="{132F96EC-BC79-3549-FEDB-1C5A54084DB2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18:11.859" v="26"/>
          <ac:spMkLst>
            <pc:docMk/>
            <pc:sldMk cId="1006254980" sldId="2142532366"/>
            <ac:spMk id="6" creationId="{768EC8EB-50B0-6E70-A600-DCF62BB6F745}"/>
          </ac:spMkLst>
        </pc:spChg>
        <pc:spChg chg="add del mod or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7" creationId="{948AF571-A1D5-9F80-1407-290418DA61B5}"/>
          </ac:spMkLst>
        </pc:spChg>
        <pc:spChg chg="add del mod">
          <ac:chgData name="Thiruveedula Bharath Chandra" userId="S::thiruveedulabharath_chandra@epam.com::c5a69db0-7419-4c43-934f-6227f4bddb57" providerId="AD" clId="Web-{EDD527EF-8BAF-FCB6-0109-B1098BBBA528}" dt="2026-01-21T07:18:32.812" v="33"/>
          <ac:spMkLst>
            <pc:docMk/>
            <pc:sldMk cId="1006254980" sldId="2142532366"/>
            <ac:spMk id="8" creationId="{5525EF8E-AC42-8F6C-22CB-7A381F230A93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24:27.304" v="70" actId="20577"/>
          <ac:spMkLst>
            <pc:docMk/>
            <pc:sldMk cId="1006254980" sldId="2142532366"/>
            <ac:spMk id="9" creationId="{019BEDF7-524E-C1F5-E781-AFF15FB264BC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24:23.522" v="69" actId="20577"/>
          <ac:spMkLst>
            <pc:docMk/>
            <pc:sldMk cId="1006254980" sldId="2142532366"/>
            <ac:spMk id="10" creationId="{014F41CD-C478-5962-3EA1-F7DE025EA972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24:19.725" v="68" actId="20577"/>
          <ac:spMkLst>
            <pc:docMk/>
            <pc:sldMk cId="1006254980" sldId="2142532366"/>
            <ac:spMk id="11" creationId="{BC46366B-4913-3E7E-9225-81196A31B1D7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25:01.619" v="71" actId="20577"/>
          <ac:spMkLst>
            <pc:docMk/>
            <pc:sldMk cId="1006254980" sldId="2142532366"/>
            <ac:spMk id="12" creationId="{101F4CF5-975E-996F-2720-E0A386278BDE}"/>
          </ac:spMkLst>
        </pc:spChg>
        <pc:spChg chg="mod ord">
          <ac:chgData name="Thiruveedula Bharath Chandra" userId="S::thiruveedulabharath_chandra@epam.com::c5a69db0-7419-4c43-934f-6227f4bddb57" providerId="AD" clId="Web-{EDD527EF-8BAF-FCB6-0109-B1098BBBA528}" dt="2026-01-21T07:23:55.849" v="66" actId="20577"/>
          <ac:spMkLst>
            <pc:docMk/>
            <pc:sldMk cId="1006254980" sldId="2142532366"/>
            <ac:spMk id="13" creationId="{E802AEC7-F824-1A25-6AAC-1E45F49D62EC}"/>
          </ac:spMkLst>
        </pc:spChg>
        <pc:spChg chg="mod">
          <ac:chgData name="Thiruveedula Bharath Chandra" userId="S::thiruveedulabharath_chandra@epam.com::c5a69db0-7419-4c43-934f-6227f4bddb57" providerId="AD" clId="Web-{EDD527EF-8BAF-FCB6-0109-B1098BBBA528}" dt="2026-01-21T07:23:41.567" v="65" actId="20577"/>
          <ac:spMkLst>
            <pc:docMk/>
            <pc:sldMk cId="1006254980" sldId="2142532366"/>
            <ac:spMk id="14" creationId="{9DB4A0E3-2C77-B327-AC98-2B575FB830E9}"/>
          </ac:spMkLst>
        </pc:spChg>
        <pc:spChg chg="add 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16" creationId="{97B5288E-81B1-0BD6-E4F3-BBB0A1E692D0}"/>
          </ac:spMkLst>
        </pc:spChg>
        <pc:spChg chg="add 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18" creationId="{453AF50B-0A53-EB7A-D820-C5C59E68ED03}"/>
          </ac:spMkLst>
        </pc:spChg>
        <pc:spChg chg="add 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20" creationId="{24757D00-2AAA-6AE3-949A-31489DBB326A}"/>
          </ac:spMkLst>
        </pc:spChg>
        <pc:spChg chg="add 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22" creationId="{59C1BDD1-3E50-45F2-8BD0-FD1116C40F52}"/>
          </ac:spMkLst>
        </pc:spChg>
        <pc:spChg chg="add del mod">
          <ac:chgData name="Thiruveedula Bharath Chandra" userId="S::thiruveedulabharath_chandra@epam.com::c5a69db0-7419-4c43-934f-6227f4bddb57" providerId="AD" clId="Web-{EDD527EF-8BAF-FCB6-0109-B1098BBBA528}" dt="2026-01-21T07:18:32.812" v="33"/>
          <ac:spMkLst>
            <pc:docMk/>
            <pc:sldMk cId="1006254980" sldId="2142532366"/>
            <ac:spMk id="23" creationId="{D5E086C4-B580-CA8C-638E-DE2E795C2FD1}"/>
          </ac:spMkLst>
        </pc:spChg>
        <pc:spChg chg="add mod">
          <ac:chgData name="Thiruveedula Bharath Chandra" userId="S::thiruveedulabharath_chandra@epam.com::c5a69db0-7419-4c43-934f-6227f4bddb57" providerId="AD" clId="Web-{EDD527EF-8BAF-FCB6-0109-B1098BBBA528}" dt="2026-01-21T07:18:49.891" v="34"/>
          <ac:spMkLst>
            <pc:docMk/>
            <pc:sldMk cId="1006254980" sldId="2142532366"/>
            <ac:spMk id="24" creationId="{0BE3B4C2-EDB7-3B5A-385B-7053241BD527}"/>
          </ac:spMkLst>
        </pc:spChg>
        <pc:spChg chg="add del mod">
          <ac:chgData name="Thiruveedula Bharath Chandra" userId="S::thiruveedulabharath_chandra@epam.com::c5a69db0-7419-4c43-934f-6227f4bddb57" providerId="AD" clId="Web-{EDD527EF-8BAF-FCB6-0109-B1098BBBA528}" dt="2026-01-21T07:18:32.812" v="33"/>
          <ac:spMkLst>
            <pc:docMk/>
            <pc:sldMk cId="1006254980" sldId="2142532366"/>
            <ac:spMk id="25" creationId="{5B3F656D-6869-FBE9-B3A6-8A830C536581}"/>
          </ac:spMkLst>
        </pc:spChg>
        <pc:spChg chg="add del mod">
          <ac:chgData name="Thiruveedula Bharath Chandra" userId="S::thiruveedulabharath_chandra@epam.com::c5a69db0-7419-4c43-934f-6227f4bddb57" providerId="AD" clId="Web-{EDD527EF-8BAF-FCB6-0109-B1098BBBA528}" dt="2026-01-21T07:18:32.812" v="33"/>
          <ac:spMkLst>
            <pc:docMk/>
            <pc:sldMk cId="1006254980" sldId="2142532366"/>
            <ac:spMk id="29" creationId="{7B04C7E1-E5F4-4132-1175-5583880E4B83}"/>
          </ac:spMkLst>
        </pc:spChg>
      </pc:sldChg>
      <pc:sldChg chg="modSp add ord replId">
        <pc:chgData name="Thiruveedula Bharath Chandra" userId="S::thiruveedulabharath_chandra@epam.com::c5a69db0-7419-4c43-934f-6227f4bddb57" providerId="AD" clId="Web-{EDD527EF-8BAF-FCB6-0109-B1098BBBA528}" dt="2026-01-21T07:25:45.029" v="84" actId="20577"/>
        <pc:sldMkLst>
          <pc:docMk/>
          <pc:sldMk cId="3897562971" sldId="2142532367"/>
        </pc:sldMkLst>
        <pc:spChg chg="mod">
          <ac:chgData name="Thiruveedula Bharath Chandra" userId="S::thiruveedulabharath_chandra@epam.com::c5a69db0-7419-4c43-934f-6227f4bddb57" providerId="AD" clId="Web-{EDD527EF-8BAF-FCB6-0109-B1098BBBA528}" dt="2026-01-21T07:25:45.029" v="84" actId="20577"/>
          <ac:spMkLst>
            <pc:docMk/>
            <pc:sldMk cId="3897562971" sldId="2142532367"/>
            <ac:spMk id="2" creationId="{2D8DCFF8-4FC0-03D6-7530-CEFA8D22DA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32.svg"/><Relationship Id="rId5" Type="http://schemas.openxmlformats.org/officeDocument/2006/relationships/image" Target="../media/image29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31.sv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32.svg"/><Relationship Id="rId5" Type="http://schemas.openxmlformats.org/officeDocument/2006/relationships/image" Target="../media/image29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31.sv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epa.ms/stories" TargetMode="Externa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85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519275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23 OCTOBER 2020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57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79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27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5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35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89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99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5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51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53306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1898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90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460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58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966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19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5764213" cy="388620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552380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450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91893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886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130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41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299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728457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54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74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12813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5543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083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865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837833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186151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9390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710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9301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2127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0167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2478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 userDrawn="1"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 userDrawn="1"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931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28714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843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730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52665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952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213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0597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519275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23 OCTOBER 2020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32865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23 OCTOBER 2020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20574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0758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4979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643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17399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030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5196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63587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494594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9236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0664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66464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189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81482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0576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5764213" cy="388620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250532387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94531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0056682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32928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126930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CBFE6D-2574-4431-9DE8-59662CACB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473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7768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759649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427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722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38753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92673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13858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6624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1225849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82208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21711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796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0689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63471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4439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72551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 userDrawn="1"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 userDrawn="1"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 userDrawn="1"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 userDrawn="1"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 userDrawn="1"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 userDrawn="1"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 userDrawn="1"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 userDrawn="1"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 userDrawn="1"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 userDrawn="1"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 userDrawn="1"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50958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42602441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03951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611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18957080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718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49" Type="http://schemas.openxmlformats.org/officeDocument/2006/relationships/image" Target="../media/image2.svg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9043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  <p:sldLayoutId id="2147483902" r:id="rId18"/>
    <p:sldLayoutId id="2147483903" r:id="rId19"/>
    <p:sldLayoutId id="2147483904" r:id="rId20"/>
    <p:sldLayoutId id="2147483905" r:id="rId21"/>
    <p:sldLayoutId id="2147483906" r:id="rId22"/>
    <p:sldLayoutId id="2147483907" r:id="rId23"/>
    <p:sldLayoutId id="2147483908" r:id="rId24"/>
    <p:sldLayoutId id="2147483909" r:id="rId25"/>
    <p:sldLayoutId id="2147483910" r:id="rId26"/>
    <p:sldLayoutId id="2147483911" r:id="rId27"/>
    <p:sldLayoutId id="2147483912" r:id="rId28"/>
    <p:sldLayoutId id="2147483913" r:id="rId29"/>
    <p:sldLayoutId id="2147483914" r:id="rId30"/>
    <p:sldLayoutId id="2147483915" r:id="rId31"/>
    <p:sldLayoutId id="2147483916" r:id="rId32"/>
    <p:sldLayoutId id="2147483917" r:id="rId33"/>
    <p:sldLayoutId id="2147483918" r:id="rId34"/>
    <p:sldLayoutId id="2147483919" r:id="rId35"/>
    <p:sldLayoutId id="2147483920" r:id="rId36"/>
    <p:sldLayoutId id="2147483921" r:id="rId37"/>
    <p:sldLayoutId id="2147483922" r:id="rId38"/>
    <p:sldLayoutId id="2147483923" r:id="rId39"/>
    <p:sldLayoutId id="2147483924" r:id="rId40"/>
    <p:sldLayoutId id="2147483925" r:id="rId41"/>
    <p:sldLayoutId id="2147483926" r:id="rId42"/>
    <p:sldLayoutId id="2147483927" r:id="rId43"/>
    <p:sldLayoutId id="2147483928" r:id="rId44"/>
    <p:sldLayoutId id="2147483929" r:id="rId45"/>
    <p:sldLayoutId id="214748393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1205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  <p:sldLayoutId id="2147483962" r:id="rId31"/>
    <p:sldLayoutId id="2147483963" r:id="rId32"/>
    <p:sldLayoutId id="2147483964" r:id="rId33"/>
    <p:sldLayoutId id="2147483965" r:id="rId34"/>
    <p:sldLayoutId id="2147483966" r:id="rId35"/>
    <p:sldLayoutId id="2147483967" r:id="rId36"/>
    <p:sldLayoutId id="2147483968" r:id="rId37"/>
    <p:sldLayoutId id="2147483969" r:id="rId38"/>
    <p:sldLayoutId id="2147483970" r:id="rId39"/>
    <p:sldLayoutId id="2147483971" r:id="rId40"/>
    <p:sldLayoutId id="2147483972" r:id="rId41"/>
    <p:sldLayoutId id="2147483973" r:id="rId42"/>
    <p:sldLayoutId id="2147483974" r:id="rId43"/>
    <p:sldLayoutId id="2147483975" r:id="rId44"/>
    <p:sldLayoutId id="2147483976" r:id="rId45"/>
    <p:sldLayoutId id="2147483977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lab.epam.com/" TargetMode="External"/><Relationship Id="rId2" Type="http://schemas.openxmlformats.org/officeDocument/2006/relationships/hyperlink" Target="https://mermaid.live/" TargetMode="External"/><Relationship Id="rId1" Type="http://schemas.openxmlformats.org/officeDocument/2006/relationships/slideLayout" Target="../slideLayouts/slideLayout7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i-proxy.lab.epam.com/openai/deployments/gpt-4o-mini-2024-07-18/chat/completions?api-version=2024-02-01" TargetMode="External"/><Relationship Id="rId1" Type="http://schemas.openxmlformats.org/officeDocument/2006/relationships/slideLayout" Target="../slideLayouts/slideLayout7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02DF-3787-6A19-8296-CD7CE483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5CC9D542-B66E-B5BE-0199-F85A337D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001" cy="68687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8DCFF8-4FC0-03D6-7530-CEFA8D22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121" y="2361911"/>
            <a:ext cx="7464287" cy="830997"/>
          </a:xfrm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sz="5400">
                <a:ln>
                  <a:solidFill>
                    <a:srgbClr val="76CDD8"/>
                  </a:solidFill>
                </a:ln>
                <a:solidFill>
                  <a:schemeClr val="accent6">
                    <a:lumMod val="50000"/>
                  </a:schemeClr>
                </a:solidFill>
                <a:latin typeface="Calibri Light"/>
                <a:ea typeface="Calibri"/>
                <a:cs typeface="Calibri Light"/>
              </a:rPr>
              <a:t>Gen AI Kata</a:t>
            </a:r>
            <a:r>
              <a:rPr lang="en-US" sz="5400">
                <a:ln>
                  <a:solidFill>
                    <a:srgbClr val="76CDD8"/>
                  </a:solidFill>
                </a:ln>
                <a:latin typeface="Calibri Light"/>
                <a:ea typeface="Calibri"/>
                <a:cs typeface="Calibri Light"/>
              </a:rPr>
              <a:t>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D092C8-EF29-3008-881B-8861B54FF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017397"/>
            <a:ext cx="733425" cy="7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6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AD61-40B2-7ED7-F467-E56A7D6A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40" y="1191039"/>
            <a:ext cx="3024846" cy="923330"/>
          </a:xfrm>
        </p:spPr>
        <p:txBody>
          <a:bodyPr wrap="square" anchor="t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7B5288E-81B1-0BD6-E4F3-BBB0A1E692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6639" y="1191039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9C8E427-9D76-78FE-B77C-6D3018D10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86639" y="1884106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53AF50B-0A53-EB7A-D820-C5C59E68ED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86639" y="2567012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4757D00-2AAA-6AE3-949A-31489DBB3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6639" y="3260079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59C1BDD1-3E50-45F2-8BD0-FD1116C40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86639" y="3942985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BE3B4C2-EDB7-3B5A-385B-7053241BD5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86639" y="4625892"/>
            <a:ext cx="498928" cy="32162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9BEDF7-524E-C1F5-E781-AFF15FB264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18930" y="1191039"/>
            <a:ext cx="4554537" cy="321627"/>
          </a:xfrm>
        </p:spPr>
        <p:txBody>
          <a:bodyPr wrap="square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Calibri"/>
                <a:cs typeface="Calibri"/>
              </a:rPr>
              <a:t>Introduction (5 mins)</a:t>
            </a:r>
            <a:r>
              <a:rPr lang="en-US" sz="1400">
                <a:ea typeface="Calibri"/>
                <a:cs typeface="Calibri"/>
              </a:rPr>
              <a:t>: Welcome, objectives, agenda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4F41CD-C478-5962-3EA1-F7DE025EA9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18930" y="1884106"/>
            <a:ext cx="4554537" cy="321627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Calibri"/>
                <a:cs typeface="Calibri"/>
              </a:rPr>
              <a:t>Kata Topic Briefing (15 mins)</a:t>
            </a:r>
            <a:r>
              <a:rPr lang="en-US" sz="1400">
                <a:ea typeface="Calibri"/>
                <a:cs typeface="Calibri"/>
              </a:rPr>
              <a:t>: Present kata context, objectives, deliverables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46366B-4913-3E7E-9225-81196A31B1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18930" y="2567012"/>
            <a:ext cx="4554537" cy="321627"/>
          </a:xfrm>
        </p:spPr>
        <p:txBody>
          <a:bodyPr wrap="square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highlight>
                  <a:srgbClr val="141A23"/>
                </a:highlight>
                <a:ea typeface="Calibri"/>
                <a:cs typeface="Calibri"/>
              </a:rPr>
              <a:t>Clarifications &amp; Requirement Gathering (15 mins)</a:t>
            </a:r>
            <a:r>
              <a:rPr lang="en-US" sz="1400">
                <a:highlight>
                  <a:srgbClr val="141A23"/>
                </a:highlight>
                <a:ea typeface="Calibri"/>
                <a:cs typeface="Calibri"/>
              </a:rPr>
              <a:t>: Teams clarify requirements with Sensei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1F4CF5-975E-996F-2720-E0A386278B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18930" y="3260079"/>
            <a:ext cx="4554537" cy="321627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Calibri"/>
                <a:cs typeface="Calibri"/>
              </a:rPr>
              <a:t>Kata Practice (2 hrs</a:t>
            </a:r>
            <a:r>
              <a:rPr lang="en-US" sz="1400" b="1">
                <a:ea typeface="+mn-lt"/>
                <a:cs typeface="+mn-lt"/>
              </a:rPr>
              <a:t>)</a:t>
            </a:r>
            <a:r>
              <a:rPr lang="en-US" sz="1400">
                <a:ea typeface="+mn-lt"/>
                <a:cs typeface="+mn-lt"/>
              </a:rPr>
              <a:t>:</a:t>
            </a:r>
            <a:r>
              <a:rPr lang="en-US" sz="1400">
                <a:ea typeface="Calibri"/>
                <a:cs typeface="Calibri"/>
              </a:rPr>
              <a:t> Team collaboration, solution design &amp; development, Sensei guidance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802AEC7-F824-1A25-6AAC-1E45F49D62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18930" y="3942985"/>
            <a:ext cx="4554537" cy="321627"/>
          </a:xfrm>
        </p:spPr>
        <p:txBody>
          <a:bodyPr wrap="square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Calibri"/>
                <a:cs typeface="Calibri"/>
              </a:rPr>
              <a:t>Presentations (15 mins/team) (10 mins for presentation + 5 mins for Q&amp;A)</a:t>
            </a:r>
            <a:r>
              <a:rPr lang="en-US" sz="1400">
                <a:ea typeface="Calibri"/>
                <a:cs typeface="Calibri"/>
              </a:rPr>
              <a:t>: Team presentations &amp; Q&amp;A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B4A0E3-2C77-B327-AC98-2B575FB830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18930" y="4625892"/>
            <a:ext cx="4554537" cy="321627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>
                <a:ea typeface="+mn-lt"/>
                <a:cs typeface="+mn-lt"/>
              </a:rPr>
              <a:t>Reflection &amp; Wrap-up</a:t>
            </a:r>
            <a:r>
              <a:rPr lang="en-US" sz="1400" b="1">
                <a:ea typeface="Calibri"/>
                <a:cs typeface="Calibri"/>
              </a:rPr>
              <a:t>(10 mins)</a:t>
            </a:r>
            <a:r>
              <a:rPr lang="en-US" sz="1400">
                <a:ea typeface="Calibri"/>
                <a:cs typeface="Calibri"/>
              </a:rPr>
              <a:t>: </a:t>
            </a:r>
            <a:r>
              <a:rPr lang="en-US" sz="1400">
                <a:ea typeface="+mn-lt"/>
                <a:cs typeface="+mn-lt"/>
              </a:rPr>
              <a:t>Constructive feedback from Sensei &amp; peers, discuss lessons learned, next steps, and session feedback</a:t>
            </a:r>
          </a:p>
        </p:txBody>
      </p:sp>
    </p:spTree>
    <p:extLst>
      <p:ext uri="{BB962C8B-B14F-4D97-AF65-F5344CB8AC3E}">
        <p14:creationId xmlns:p14="http://schemas.microsoft.com/office/powerpoint/2010/main" val="100625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A1C5-F58A-CD29-27B6-63705019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76944"/>
            <a:ext cx="10874828" cy="461665"/>
          </a:xfrm>
        </p:spPr>
        <p:txBody>
          <a:bodyPr/>
          <a:lstStyle/>
          <a:p>
            <a:pPr algn="ctr"/>
            <a:r>
              <a:rPr lang="en-US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FYI</a:t>
            </a:r>
            <a:endParaRPr lang="en-IN" sz="3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4A5BD-F41D-81CA-FA66-D55CED31F5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86543"/>
            <a:ext cx="10167257" cy="475705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IN" dirty="0">
                <a:ea typeface="Calibri"/>
                <a:cs typeface="Calibri"/>
              </a:rPr>
              <a:t>• Understand the Problem!! 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• Ask Questions to get clarifications. Ask relevant questions and listen to others’ questions</a:t>
            </a:r>
          </a:p>
          <a:p>
            <a:r>
              <a:rPr lang="en-IN" dirty="0">
                <a:ea typeface="Calibri"/>
                <a:cs typeface="Calibri"/>
              </a:rPr>
              <a:t>• When in the breakout room, Brainstorm with the team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• Use only DIAL Platform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• Not Expecting a Document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• For your consideration: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Prompt effectiveness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Prompt technique applied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Context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Output expectations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Less human intervention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Design patterns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Tech stack specific output</a:t>
            </a:r>
            <a:endParaRPr lang="en-IN" dirty="0"/>
          </a:p>
          <a:p>
            <a:r>
              <a:rPr lang="en-IN" dirty="0">
                <a:ea typeface="Calibri"/>
                <a:cs typeface="Calibri"/>
              </a:rPr>
              <a:t>✓ Usage of guiding principles – SOLID, KISS, YAGNI, DRY</a:t>
            </a:r>
            <a:br>
              <a:rPr lang="en-IN" dirty="0"/>
            </a:br>
            <a:r>
              <a:rPr lang="en-IN" dirty="0">
                <a:ea typeface="Calibri"/>
                <a:cs typeface="Calibri"/>
              </a:rPr>
              <a:t>✓ Workable solution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94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E7C7-6F7A-4AE6-F8A2-B836C298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2" y="2691441"/>
            <a:ext cx="2407920" cy="2031325"/>
          </a:xfrm>
        </p:spPr>
        <p:txBody>
          <a:bodyPr/>
          <a:lstStyle/>
          <a:p>
            <a:pPr algn="ctr"/>
            <a:r>
              <a:rPr lang="en-IN" dirty="0">
                <a:ea typeface="Calibri"/>
                <a:cs typeface="Calibri"/>
              </a:rPr>
              <a:t>Theme</a:t>
            </a:r>
            <a:br>
              <a:rPr lang="en-IN" dirty="0"/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AI-Powered Sprint Review Feedback Intelligence System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3750F-72D2-3E8D-50E3-392A3E416F9B}"/>
              </a:ext>
            </a:extLst>
          </p:cNvPr>
          <p:cNvSpPr/>
          <p:nvPr/>
        </p:nvSpPr>
        <p:spPr bwMode="auto">
          <a:xfrm>
            <a:off x="3489053" y="104723"/>
            <a:ext cx="8323384" cy="61756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just"/>
            <a:endParaRPr lang="en-US" sz="2400" b="1" dirty="0">
              <a:solidFill>
                <a:schemeClr val="bg2"/>
              </a:solidFill>
            </a:endParaRPr>
          </a:p>
          <a:p>
            <a:pPr algn="just"/>
            <a:r>
              <a:rPr lang="en-US" sz="2400" b="1" dirty="0">
                <a:solidFill>
                  <a:schemeClr val="bg2"/>
                </a:solidFill>
              </a:rPr>
              <a:t>Objective:</a:t>
            </a:r>
            <a:endParaRPr lang="en-US" sz="2400" b="1" dirty="0">
              <a:solidFill>
                <a:schemeClr val="bg2"/>
              </a:solidFill>
              <a:ea typeface="Calibri"/>
              <a:cs typeface="Calibri"/>
            </a:endParaRPr>
          </a:p>
          <a:p>
            <a:pPr algn="just"/>
            <a:endParaRPr lang="en-US" sz="2000" b="1" dirty="0">
              <a:solidFill>
                <a:schemeClr val="bg2"/>
              </a:solidFill>
              <a:ea typeface="+mn-lt"/>
              <a:cs typeface="+mn-lt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Design and develop </a:t>
            </a:r>
            <a:r>
              <a:rPr lang="en-US" sz="2000" b="1" dirty="0">
                <a:solidFill>
                  <a:schemeClr val="bg1"/>
                </a:solidFill>
              </a:rPr>
              <a:t>“AI-Powered Sprint Review Feedback Intelligence System”,</a:t>
            </a:r>
            <a:r>
              <a:rPr lang="en-US" sz="2000" dirty="0">
                <a:solidFill>
                  <a:schemeClr val="bg1"/>
                </a:solidFill>
              </a:rPr>
              <a:t> a web application that uses DIAL AI to analyze sprint review transcripts, map feedback to user stories, classify suggestions, highlight unmapped feedbacks/suggestions and generate user story wise AI suggestions based on the feedback.</a:t>
            </a:r>
          </a:p>
          <a:p>
            <a:pPr algn="just"/>
            <a:endParaRPr lang="en-US" sz="2000" b="1" dirty="0">
              <a:solidFill>
                <a:schemeClr val="bg2"/>
              </a:solidFill>
            </a:endParaRPr>
          </a:p>
          <a:p>
            <a:pPr>
              <a:spcBef>
                <a:spcPct val="0"/>
              </a:spcBef>
            </a:pPr>
            <a:r>
              <a:rPr lang="en-US" sz="2200" b="1" dirty="0">
                <a:solidFill>
                  <a:schemeClr val="bg2"/>
                </a:solidFill>
              </a:rPr>
              <a:t>Requirements:</a:t>
            </a:r>
            <a:br>
              <a:rPr lang="en-US" sz="2000" b="1" dirty="0">
                <a:solidFill>
                  <a:schemeClr val="bg2"/>
                </a:solidFill>
                <a:ea typeface="Calibri"/>
                <a:cs typeface="Calibri"/>
              </a:rPr>
            </a:br>
            <a:endParaRPr lang="en-US" sz="2000" b="1" dirty="0">
              <a:solidFill>
                <a:schemeClr val="bg2"/>
              </a:solidFill>
              <a:ea typeface="Calibri"/>
              <a:cs typeface="Calibri"/>
            </a:endParaRPr>
          </a:p>
          <a:p>
            <a:pPr marL="800100" lvl="1" indent="-342900">
              <a:spcBef>
                <a:spcPct val="0"/>
              </a:spcBef>
              <a:buAutoNum type="arabicPeriod"/>
            </a:pPr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User should be able to add the sprint review user stories and transcript: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Action Items with Acceptance Criteria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ea typeface="+mn-lt"/>
                <a:cs typeface="+mn-lt"/>
              </a:rPr>
              <a:t>Meeting Transcript</a:t>
            </a:r>
            <a:endParaRPr lang="en-US" dirty="0">
              <a:solidFill>
                <a:schemeClr val="bg2"/>
              </a:solidFill>
              <a:ea typeface="Calibri"/>
              <a:cs typeface="Calibri"/>
            </a:endParaRPr>
          </a:p>
          <a:p>
            <a:pPr marL="800100" lvl="1" indent="-342900">
              <a:buFont typeface="+mj-lt"/>
              <a:buAutoNum type="arabicPeriod"/>
            </a:pPr>
            <a:endParaRPr lang="en-US" dirty="0">
              <a:solidFill>
                <a:schemeClr val="bg2"/>
              </a:solidFill>
              <a:ea typeface="+mn-lt"/>
              <a:cs typeface="+mn-lt"/>
            </a:endParaRPr>
          </a:p>
          <a:p>
            <a:pPr lvl="1"/>
            <a:r>
              <a:rPr lang="en-US" dirty="0">
                <a:solidFill>
                  <a:schemeClr val="bg2"/>
                </a:solidFill>
                <a:ea typeface="Calibri"/>
                <a:cs typeface="Calibri"/>
              </a:rPr>
              <a:t>2. Link feedback/suggestions from the transcript with action items [Feature/Bug/Task]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>
              <a:solidFill>
                <a:schemeClr val="bg2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bg2"/>
                </a:solidFill>
                <a:ea typeface="Calibri"/>
                <a:cs typeface="Calibri"/>
              </a:rPr>
              <a:t>3. Display unmapped feedback/action items from the transcript</a:t>
            </a:r>
          </a:p>
          <a:p>
            <a:pPr lvl="1"/>
            <a:endParaRPr lang="en-US" dirty="0">
              <a:solidFill>
                <a:schemeClr val="bg2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bg2"/>
                </a:solidFill>
                <a:ea typeface="Calibri"/>
                <a:cs typeface="Calibri"/>
              </a:rPr>
              <a:t>4. AI Based action item wise suggestions on the feedback from transcript</a:t>
            </a:r>
          </a:p>
        </p:txBody>
      </p:sp>
    </p:spTree>
    <p:extLst>
      <p:ext uri="{BB962C8B-B14F-4D97-AF65-F5344CB8AC3E}">
        <p14:creationId xmlns:p14="http://schemas.microsoft.com/office/powerpoint/2010/main" val="221078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872C-6970-238E-848E-788870E8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C5B5-F854-C50B-1B68-D339D394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1" y="2684284"/>
            <a:ext cx="2407920" cy="1692771"/>
          </a:xfrm>
        </p:spPr>
        <p:txBody>
          <a:bodyPr/>
          <a:lstStyle/>
          <a:p>
            <a:pPr algn="ctr"/>
            <a:r>
              <a:rPr lang="en-IN" dirty="0">
                <a:ea typeface="Calibri"/>
                <a:cs typeface="Calibri"/>
              </a:rPr>
              <a:t>Theme</a:t>
            </a:r>
            <a:br>
              <a:rPr lang="en-IN" dirty="0"/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AI-Powered Sprint Review Feedback Intelligence System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B9E39-5B0F-1B60-B6FB-9AD26A364725}"/>
              </a:ext>
            </a:extLst>
          </p:cNvPr>
          <p:cNvSpPr/>
          <p:nvPr/>
        </p:nvSpPr>
        <p:spPr bwMode="auto">
          <a:xfrm>
            <a:off x="3520890" y="1808400"/>
            <a:ext cx="8576266" cy="344454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bg2"/>
                </a:solidFill>
              </a:rPr>
              <a:t>5. Filter Action Items [Feature/Bug/Task] wise suggestions/feedback 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6. Add or remove Action Items Dynamically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7. Generate Minutes of Meeting (MOM) of the transcript</a:t>
            </a: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8. Feature to Map unmapped feedbacks</a:t>
            </a:r>
            <a:r>
              <a:rPr lang="en-US" sz="2000">
                <a:solidFill>
                  <a:schemeClr val="bg2"/>
                </a:solidFill>
              </a:rPr>
              <a:t>/suggestions to User Stories</a:t>
            </a:r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Clean and User-Friendly UI</a:t>
            </a:r>
          </a:p>
          <a:p>
            <a:r>
              <a:rPr lang="en-US" sz="2000" dirty="0">
                <a:solidFill>
                  <a:schemeClr val="bg2"/>
                </a:solidFill>
              </a:rPr>
              <a:t>Use only DIAL platform. </a:t>
            </a:r>
            <a:endParaRPr lang="en-US" sz="2000" dirty="0">
              <a:solidFill>
                <a:schemeClr val="bg2"/>
              </a:solidFill>
              <a:ea typeface="Calibri"/>
              <a:cs typeface="Calibri"/>
            </a:endParaRPr>
          </a:p>
          <a:p>
            <a:r>
              <a:rPr lang="en-US" sz="2000" dirty="0">
                <a:solidFill>
                  <a:schemeClr val="bg2"/>
                </a:solidFill>
              </a:rPr>
              <a:t>Include a sequence diagram using Mermaid: </a:t>
            </a:r>
            <a:r>
              <a:rPr lang="en-US" sz="2000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https://mermaid.live/</a:t>
            </a:r>
            <a:r>
              <a:rPr lang="en-US" sz="2000" dirty="0">
                <a:solidFill>
                  <a:schemeClr val="accent5"/>
                </a:solidFill>
              </a:rPr>
              <a:t> </a:t>
            </a:r>
            <a:r>
              <a:rPr lang="en-US" sz="2000" dirty="0">
                <a:solidFill>
                  <a:schemeClr val="bg2"/>
                </a:solidFill>
              </a:rPr>
              <a:t>and </a:t>
            </a:r>
            <a:r>
              <a:rPr lang="en-US" sz="2000" dirty="0">
                <a:solidFill>
                  <a:srgbClr val="008ACE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EPAM AI DIAL</a:t>
            </a:r>
            <a:endParaRPr lang="en-US" sz="20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372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28FA-2AF1-B3BA-1332-B61C27B0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7CF3-3558-7350-8980-F85BB8ED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1" y="2684284"/>
            <a:ext cx="2407920" cy="1354217"/>
          </a:xfrm>
        </p:spPr>
        <p:txBody>
          <a:bodyPr/>
          <a:lstStyle/>
          <a:p>
            <a:pPr algn="ctr"/>
            <a:r>
              <a:rPr lang="en-IN" dirty="0"/>
              <a:t>EPAM AI DIAL</a:t>
            </a:r>
            <a:br>
              <a:rPr lang="en-IN" dirty="0"/>
            </a:br>
            <a:br>
              <a:rPr lang="en-IN" dirty="0"/>
            </a:br>
            <a:r>
              <a:rPr lang="en-IN" dirty="0">
                <a:solidFill>
                  <a:schemeClr val="tx2"/>
                </a:solidFill>
              </a:rPr>
              <a:t>Usage</a:t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8F7A5-F8C5-8F07-8F1C-662F78F0748F}"/>
              </a:ext>
            </a:extLst>
          </p:cNvPr>
          <p:cNvSpPr/>
          <p:nvPr/>
        </p:nvSpPr>
        <p:spPr bwMode="auto">
          <a:xfrm>
            <a:off x="3615734" y="434755"/>
            <a:ext cx="8576266" cy="55554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bg1"/>
                </a:solidFill>
                <a:ea typeface="Calibri"/>
                <a:cs typeface="Calibri"/>
              </a:rPr>
              <a:t>DIAL API KEY: </a:t>
            </a:r>
            <a:r>
              <a:rPr lang="en-US" sz="2000" dirty="0">
                <a:solidFill>
                  <a:schemeClr val="bg1"/>
                </a:solidFill>
                <a:highlight>
                  <a:srgbClr val="808000"/>
                </a:highlight>
              </a:rPr>
              <a:t>dial-u10g43vnsunzhpkde182z738jli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Endpoint: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https://ai-proxy.lab.epam.com/openai/deployments/gpt-4o-mini-2024-07-18/chat/completions?api-version=2024-02-01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Required: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br>
              <a:rPr lang="en-US" sz="2000" b="1" dirty="0">
                <a:solidFill>
                  <a:schemeClr val="bg1"/>
                </a:solidFill>
              </a:rPr>
            </a:b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25857-17BB-CE58-6B5E-7E8C57B7155D}"/>
              </a:ext>
            </a:extLst>
          </p:cNvPr>
          <p:cNvSpPr txBox="1"/>
          <p:nvPr/>
        </p:nvSpPr>
        <p:spPr>
          <a:xfrm>
            <a:off x="3615734" y="3426090"/>
            <a:ext cx="3647708" cy="138499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Headers: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Api-Key: DIAL_API_KEY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42A2D-E812-03FF-CE53-3DE3BB7B0B8E}"/>
              </a:ext>
            </a:extLst>
          </p:cNvPr>
          <p:cNvSpPr txBox="1"/>
          <p:nvPr/>
        </p:nvSpPr>
        <p:spPr>
          <a:xfrm>
            <a:off x="6702724" y="3361392"/>
            <a:ext cx="5178725" cy="304698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Body [raw]: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{</a:t>
            </a:r>
          </a:p>
          <a:p>
            <a:r>
              <a:rPr lang="en-US" dirty="0">
                <a:solidFill>
                  <a:schemeClr val="bg1"/>
                </a:solidFill>
              </a:rPr>
              <a:t>    "temperature": 0,</a:t>
            </a:r>
          </a:p>
          <a:p>
            <a:r>
              <a:rPr lang="en-US" dirty="0">
                <a:solidFill>
                  <a:schemeClr val="bg1"/>
                </a:solidFill>
              </a:rPr>
              <a:t>    "messages": [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{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"role": "user",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"content": "Your Prompt/Content Goes Here"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dirty="0">
                <a:solidFill>
                  <a:schemeClr val="bg1"/>
                </a:solidFill>
              </a:rPr>
              <a:t>    ]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946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1A04-149F-483B-9C36-B2E8E607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2875002"/>
            <a:ext cx="4545749" cy="1107996"/>
          </a:xfrm>
        </p:spPr>
        <p:txBody>
          <a:bodyPr/>
          <a:lstStyle/>
          <a:p>
            <a:r>
              <a:rPr lang="en-US" i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26521666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2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1_EPAM Master 2021.2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0A76732CBA640A5AD4D3CFBE23375" ma:contentTypeVersion="14" ma:contentTypeDescription="Create a new document." ma:contentTypeScope="" ma:versionID="aaf71713664c857ae8406d98f04b5570">
  <xsd:schema xmlns:xsd="http://www.w3.org/2001/XMLSchema" xmlns:xs="http://www.w3.org/2001/XMLSchema" xmlns:p="http://schemas.microsoft.com/office/2006/metadata/properties" xmlns:ns2="537c4134-b21d-4e42-8211-320978d36653" xmlns:ns3="83fc2c05-5e6b-475b-bbef-6b56fc7ecd8c" targetNamespace="http://schemas.microsoft.com/office/2006/metadata/properties" ma:root="true" ma:fieldsID="32771d02e687ab5603323090a02ef14d" ns2:_="" ns3:_="">
    <xsd:import namespace="537c4134-b21d-4e42-8211-320978d36653"/>
    <xsd:import namespace="83fc2c05-5e6b-475b-bbef-6b56fc7ecd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c4134-b21d-4e42-8211-320978d36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c2c05-5e6b-475b-bbef-6b56fc7ecd8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fc2c05-5e6b-475b-bbef-6b56fc7ecd8c">
      <UserInfo>
        <DisplayName>Ankita Bara</DisplayName>
        <AccountId>17</AccountId>
        <AccountType/>
      </UserInfo>
    </SharedWithUsers>
    <lcf76f155ced4ddcb4097134ff3c332f xmlns="537c4134-b21d-4e42-8211-320978d366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CFA828-A01D-4137-BFC7-71073FBAEF2C}">
  <ds:schemaRefs>
    <ds:schemaRef ds:uri="537c4134-b21d-4e42-8211-320978d36653"/>
    <ds:schemaRef ds:uri="83fc2c05-5e6b-475b-bbef-6b56fc7ecd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47DF665-A7BA-439B-A97C-31094BDB4E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88F095-8763-4476-A661-0F620BC6EBF5}">
  <ds:schemaRefs>
    <ds:schemaRef ds:uri="537c4134-b21d-4e42-8211-320978d36653"/>
    <ds:schemaRef ds:uri="83fc2c05-5e6b-475b-bbef-6b56fc7ecd8c"/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518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Bold</vt:lpstr>
      <vt:lpstr>Calibri Light</vt:lpstr>
      <vt:lpstr>EPAM Master 2021.2</vt:lpstr>
      <vt:lpstr>1_EPAM Master 2021.2</vt:lpstr>
      <vt:lpstr>Gen AI Kata </vt:lpstr>
      <vt:lpstr>Agenda</vt:lpstr>
      <vt:lpstr>FYI</vt:lpstr>
      <vt:lpstr>Theme AI-Powered Sprint Review Feedback Intelligence System  </vt:lpstr>
      <vt:lpstr>Theme AI-Powered Sprint Review Feedback Intelligence System </vt:lpstr>
      <vt:lpstr>EPAM AI DIAL  Usage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Suraj Narayan Darade</cp:lastModifiedBy>
  <cp:revision>15</cp:revision>
  <dcterms:created xsi:type="dcterms:W3CDTF">2020-10-26T14:33:58Z</dcterms:created>
  <dcterms:modified xsi:type="dcterms:W3CDTF">2026-02-25T09:00:57Z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haredWithUsers">
    <vt:lpwstr>364;#Ram Naresh;#536;#Udaya Pellete;#1397;#Anitha Pallagolla;#2590;#Balaswamy Gunnam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MSIP_Label_2a535040-0af2-483f-adc3-a132c21e3e2b_Enabled">
    <vt:lpwstr>true</vt:lpwstr>
  </property>
  <property fmtid="{D5CDD505-2E9C-101B-9397-08002B2CF9AE}" pid="10" name="MSIP_Label_2a535040-0af2-483f-adc3-a132c21e3e2b_SetDate">
    <vt:lpwstr>2022-09-29T12:08:32Z</vt:lpwstr>
  </property>
  <property fmtid="{D5CDD505-2E9C-101B-9397-08002B2CF9AE}" pid="11" name="MSIP_Label_2a535040-0af2-483f-adc3-a132c21e3e2b_Method">
    <vt:lpwstr>Standard</vt:lpwstr>
  </property>
  <property fmtid="{D5CDD505-2E9C-101B-9397-08002B2CF9AE}" pid="12" name="MSIP_Label_2a535040-0af2-483f-adc3-a132c21e3e2b_Name">
    <vt:lpwstr>EPAM_Confidential</vt:lpwstr>
  </property>
  <property fmtid="{D5CDD505-2E9C-101B-9397-08002B2CF9AE}" pid="13" name="MSIP_Label_2a535040-0af2-483f-adc3-a132c21e3e2b_SiteId">
    <vt:lpwstr>b41b72d0-4e9f-4c26-8a69-f949f367c91d</vt:lpwstr>
  </property>
  <property fmtid="{D5CDD505-2E9C-101B-9397-08002B2CF9AE}" pid="14" name="MSIP_Label_2a535040-0af2-483f-adc3-a132c21e3e2b_ActionId">
    <vt:lpwstr>bee5880b-234c-46aa-8ebe-865b686e796e</vt:lpwstr>
  </property>
  <property fmtid="{D5CDD505-2E9C-101B-9397-08002B2CF9AE}" pid="15" name="MSIP_Label_2a535040-0af2-483f-adc3-a132c21e3e2b_ContentBits">
    <vt:lpwstr>0</vt:lpwstr>
  </property>
  <property fmtid="{D5CDD505-2E9C-101B-9397-08002B2CF9AE}" pid="16" name="MediaServiceImageTags">
    <vt:lpwstr/>
  </property>
  <property fmtid="{D5CDD505-2E9C-101B-9397-08002B2CF9AE}" pid="17" name="ContentTypeId">
    <vt:lpwstr>0x010100CDC0A76732CBA640A5AD4D3CFBE23375</vt:lpwstr>
  </property>
</Properties>
</file>